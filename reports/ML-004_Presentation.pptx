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Predictive Maintenance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Equipment Failure Intelligence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ML-004  ·  Model Evaluation &amp; Technical Presentation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Ezitech Engineering Framework Internship  ·  Team of 2 ML Engineers  ·  4-Week Sprint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maintenance schedules are costing the factory floor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5F6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fail between scheduled checks, halting production lines without warning.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5F6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0116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004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Fixed-interval servicing replaces parts that still have useful life left.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5F6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011680"/>
            <a:ext cx="457200" cy="457200"/>
          </a:xfrm>
          <a:prstGeom prst="ellipse">
            <a:avLst/>
          </a:prstGeom>
          <a:solidFill>
            <a:srgbClr val="3D4F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Spare-Parts Planning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2004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 of which parts will be needed, or when.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7373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5F6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2011680"/>
            <a:ext cx="457200" cy="457200"/>
          </a:xfrm>
          <a:prstGeom prst="ellipse">
            <a:avLst/>
          </a:prstGeom>
          <a:solidFill>
            <a:srgbClr val="1A23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2004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engineers across 45 factories have no live view of equipment health.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A2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fixed-interval to condition-based maintenance using live sensor data — predict failures before they happen.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24,042 sensor readings across a 20-machine fleet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24,042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Machines, 4 types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channels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468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(24h)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E2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channels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49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RMS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37490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331720" y="3749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Temperature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0" y="37490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14800" y="3749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251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Level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31720" y="4251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331720" y="4251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0" y="4251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14800" y="4251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754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31720" y="47548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31720" y="4754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0" y="47548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4F5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114800" y="4754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Load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prediction targets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37490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4F5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92240" y="37490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rul_hours  </a:t>
            </a:r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continuous, Remaining Useful Life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09360" y="46177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4F5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4617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failure_within_24h  </a:t>
            </a:r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binary, 24-hour failure alert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2-4% missing values per sensor (dropout) — imputed per-machine via forward/backward fill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streaming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5400000">
            <a:off x="2553005" y="3017520"/>
            <a:ext cx="179222" cy="274320"/>
          </a:xfrm>
          <a:prstGeom prst="triangle">
            <a:avLst/>
          </a:prstGeom>
          <a:solidFill>
            <a:srgbClr val="8A94A0"/>
          </a:solidFill>
          <a:ln/>
        </p:spPr>
      </p:sp>
      <p:sp>
        <p:nvSpPr>
          <p:cNvPr id="8" name="Shape 6"/>
          <p:cNvSpPr/>
          <p:nvPr/>
        </p:nvSpPr>
        <p:spPr>
          <a:xfrm>
            <a:off x="2770632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3D4F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62072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engineered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4774997" y="3017520"/>
            <a:ext cx="179222" cy="274320"/>
          </a:xfrm>
          <a:prstGeom prst="triangle">
            <a:avLst/>
          </a:prstGeom>
          <a:solidFill>
            <a:srgbClr val="8A94A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92624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84064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Engine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RUL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996989" y="3017520"/>
            <a:ext cx="179222" cy="274320"/>
          </a:xfrm>
          <a:prstGeom prst="triangle">
            <a:avLst/>
          </a:prstGeom>
          <a:solidFill>
            <a:srgbClr val="8A94A0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4616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3D4F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06056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MLOps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306056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MLflow,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checks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9218981" y="3017520"/>
            <a:ext cx="179222" cy="274320"/>
          </a:xfrm>
          <a:prstGeom prst="triangle">
            <a:avLst/>
          </a:prstGeom>
          <a:solidFill>
            <a:srgbClr val="8A94A0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6608" y="2377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28048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528048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stack: Python · FastAPI · (PostgreSQL + Redis planned for production scale)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machine, per reading: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4F5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852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54406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4F5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7472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5852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window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54406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4F5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5852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15400" y="54406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4F5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05256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5852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 tiers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sensor stream to a 38-feature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&amp; std (6-reading window) — vibration, temp, current, pressure, RPM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26480" y="181051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737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slope — local linear degradation direction for vibration &amp; temperature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697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energy (RMS²) — standard severity measure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77063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697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gradient — motor temp minus ambient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6576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rate &amp; operating hours since last service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373075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6576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prior failures per machine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617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interval bucket — recent / moderate / overdue / critical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469087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4617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machine type &amp; operating mode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5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imputation:  </a:t>
            </a:r>
            <a:pPr indent="0" marL="0">
              <a:buNone/>
            </a:pPr>
            <a:r>
              <a:rPr lang="en-US" sz="12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sensor values (2-4% per channel) filled per-machine via forward/backward fill, median fallback.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HEALTH ENGINE · MODEL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Useful Life — XGBoost Regression</a:t>
            </a:r>
            <a:endParaRPr lang="en-US" sz="2800" dirty="0"/>
          </a:p>
        </p:txBody>
      </p:sp>
      <p:pic>
        <p:nvPicPr>
          <p:cNvPr id="4" name="Image 0" descr="/home/claude/proj/plots/rul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630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629400" y="18288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18288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17.8 hrs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0" y="30175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29400" y="301752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0175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 hrs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00800" y="42062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29400" y="42062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2062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54406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Machine-level train/test split (15 vs. 5 machines) — no machine's readings appear in both sets, giving an honest read on unseen equipment.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HEALTH ENGINE · MODEL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24-Hour Failure Classification — XGBoost</a:t>
            </a:r>
            <a:endParaRPr lang="en-US" sz="2800" dirty="0"/>
          </a:p>
        </p:txBody>
      </p:sp>
      <p:pic>
        <p:nvPicPr>
          <p:cNvPr id="4" name="Image 0" descr="/home/claude/proj/plots/roc_p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76656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8288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4F5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8288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35240" y="27889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4F5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0" y="27889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94.6%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635240" y="3749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4F5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63840" y="3749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58.8%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709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recall over precision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50292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failure costs far more than a false alarm — class-weighting catches 94.6% of true failures at the cost of some extra inspections.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each prediction — SHAP analysis</a:t>
            </a:r>
            <a:endParaRPr lang="en-US" sz="2800" dirty="0"/>
          </a:p>
        </p:txBody>
      </p:sp>
      <p:pic>
        <p:nvPicPr>
          <p:cNvPr id="4" name="Image 0" descr="/home/claude/proj/plots/shap_fail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49240" cy="4251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failure-risk drivers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26480" y="2286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09360" y="2359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prior failures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7249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with a failure history are flagged as higher risk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3337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09360" y="3410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motor temperature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7764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heat is a classic pre-failure signal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26480" y="4389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4462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since maintenance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48280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service time raises risk sharply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55321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per-prediction explanations feed the dashboard's “Top Risk Factors” panel for engineers.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Recommendation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D64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2801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0175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prob ≥ 80%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&lt; 20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7830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2880360"/>
            <a:ext cx="12801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30175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prob ≥ 50%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&lt; 40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2064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880360"/>
            <a:ext cx="12801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30175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prob ≥ 25%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&lt; 60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9480" y="17830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3D4F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6092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35240" y="2880360"/>
            <a:ext cx="12801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30175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&lt; 80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09760" y="17830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2E9E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75520" y="2880360"/>
            <a:ext cx="12801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46920" y="30175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≥ 80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Risk Heatmap (test fleet)</a:t>
            </a:r>
            <a:endParaRPr lang="en-US" sz="1300" dirty="0"/>
          </a:p>
        </p:txBody>
      </p:sp>
      <p:pic>
        <p:nvPicPr>
          <p:cNvPr id="25" name="Image 0" descr="/home/claude/proj/plots/failur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46320"/>
            <a:ext cx="1353312" cy="201168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2194560" y="489204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from the API maps directly to one of these five tiers — turning a probability into an action an engineer can execute immediately.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Production-readiness beyond the notebook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2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logged to MLflow — params, metrics, and artifacts versioned per run.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2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974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063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persisted as versioned artifacts alongside their feature schema for reproducible inference.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23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Drift Detection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vs. overall feature-mean comparison flags shifts beyond a 15% threshold per sensor.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9319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5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A23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846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2120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the full test suite and a pipeline smoke-test on every push.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API &amp; Operations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—  POST /predict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A2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"vibration_rms": 4.2,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"temperature_motor": 95,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"hours_since_maintenance": 580,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"health_score": 6.8,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"failure_probability": 0.9668,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"predicted_rul_hours": 51.4,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"recommendation": "Emergency Shutdown"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Operations Dashboard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4F5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286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risk table, color-coded by health 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944368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944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drill-down with health trend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602736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4F5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6027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“what-if” predictor for manual sensor entry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4261104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4F5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42611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Health-by-machine-type comparison view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983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src/dashboard.py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condition-based maintenance to fleet-wide savings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3D4F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unplanned downtime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64992" y="169164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3D4F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47872" y="16916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equipment lifespan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1344" y="169164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3D4F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64224" y="16916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spare-parts planning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97696" y="169164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3D4F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80576" y="16916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safety intervention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the team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5204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threshold tuning once false-alarm cost is known precisely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35204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sequence model on raw sensor windows to lift RUL R²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297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Multi-factory validation across the full 18,000-machine fleet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343400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297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for live reading persistence and prediction caching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D4F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6172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2026-09-04T10:18:24Z</dcterms:created>
  <dcterms:modified xsi:type="dcterms:W3CDTF">2026-09-04T10:18:24Z</dcterms:modified>
</cp:coreProperties>
</file>